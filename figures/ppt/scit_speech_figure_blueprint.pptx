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23ac6afb7461d" /><Relationship Type="http://schemas.openxmlformats.org/officeDocument/2006/relationships/extended-properties" Target="/docProps/app.xml" Id="R119a538f9e394332" /><Relationship Type="http://schemas.openxmlformats.org/officeDocument/2006/relationships/officeDocument" Target="/ppt/presentation.xml" Id="R7d588a149f4d41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72c7b59bad489a"/>
  </p:sldMasterIdLst>
  <p:notesMasterIdLst>
    <p:notesMasterId xmlns:r="http://schemas.openxmlformats.org/officeDocument/2006/relationships" r:id="Rabdf3388cae64292"/>
  </p:notesMasterIdLst>
  <p:sldIdLst>
    <p:sldId xmlns:r="http://schemas.openxmlformats.org/officeDocument/2006/relationships" id="256" r:id="Ra980da97fbe841bd"/>
  </p:sldIdLst>
  <p:sldSz cx="22860000" cy="1333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046d1bd6df4a55" /><Relationship Type="http://schemas.openxmlformats.org/officeDocument/2006/relationships/slideMaster" Target="/ppt/slideMasters/slideMaster1.xml" Id="Rc872c7b59bad489a" /><Relationship Type="http://schemas.openxmlformats.org/officeDocument/2006/relationships/notesMaster" Target="/ppt/notesMasters/notesMaster1.xml" Id="Rabdf3388cae64292" /><Relationship Type="http://schemas.openxmlformats.org/officeDocument/2006/relationships/presProps" Target="/ppt/presProps.xml" Id="R5c003c03ecd84db4" /><Relationship Type="http://schemas.openxmlformats.org/officeDocument/2006/relationships/tableStyles" Target="/ppt/tableStyles.xml" Id="R52558f7c7381472c" /><Relationship Type="http://schemas.openxmlformats.org/officeDocument/2006/relationships/slide" Target="/ppt/slides/slide1.xml" Id="Ra980da97fbe841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420be021e546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869a00daf545d6" /><Relationship Type="http://schemas.openxmlformats.org/officeDocument/2006/relationships/notesMaster" Target="/ppt/notesMasters/notesMaster1.xml" Id="Reb3b8e9b1d434d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figures/scit_speech_figure_blueprint.svg. The full-slide image is the 4800 × 2800 high-resolution render of that SVG, used to preserve all labels, arrowheads, and layout across PowerPoint renderers.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b1d8994b1a45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fcd6ffae924e35" /><Relationship Type="http://schemas.openxmlformats.org/officeDocument/2006/relationships/slideLayout" Target="/ppt/slideLayouts/slideLayout1.xml" Id="R7ffca8b4cb1d48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fca8b4cb1d48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9f47db1fc4f27" /><Relationship Type="http://schemas.openxmlformats.org/officeDocument/2006/relationships/image" Target="/ppt/media/image.png" Id="Raa14ad061cd842f3" /><Relationship Type="http://schemas.openxmlformats.org/officeDocument/2006/relationships/notesSlide" Target="/ppt/notesSlides/notesSlide1.xml" Id="R512fd59d47774c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4ad061cd842f3"/>
          <a:stretch xmlns:a="http://schemas.openxmlformats.org/drawingml/2006/main"/>
        </p:blipFill>
        <p:spPr>
          <a:xfrm xmlns:a="http://schemas.openxmlformats.org/drawingml/2006/main">
            <a:off x="0" y="0"/>
            <a:ext cx="22860000" cy="1333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77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2026-09-08T08:10:35.1740000Z</dcterms:created>
  <dcterms:modified xsi:type="dcterms:W3CDTF">2026-09-08T08:10:35.1740000Z</dcterms:modified>
</coreProperties>
</file>