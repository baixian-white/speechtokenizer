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67ae5ef1c4490a" /><Relationship Type="http://schemas.openxmlformats.org/officeDocument/2006/relationships/extended-properties" Target="/docProps/app.xml" Id="R80fc1f67cc064a6b" /><Relationship Type="http://schemas.openxmlformats.org/officeDocument/2006/relationships/officeDocument" Target="/ppt/presentation.xml" Id="R89a5e77fbe1041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a9a878fdeb48e5"/>
  </p:sldMasterIdLst>
  <p:notesMasterIdLst>
    <p:notesMasterId xmlns:r="http://schemas.openxmlformats.org/officeDocument/2006/relationships" r:id="R30775afecf584966"/>
  </p:notesMasterIdLst>
  <p:sldIdLst>
    <p:sldId xmlns:r="http://schemas.openxmlformats.org/officeDocument/2006/relationships" id="256" r:id="R9e589ea62180493f"/>
  </p:sldIdLst>
  <p:sldSz cx="22860000" cy="1333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5f2b1378a04b2d" /><Relationship Type="http://schemas.openxmlformats.org/officeDocument/2006/relationships/slideMaster" Target="/ppt/slideMasters/slideMaster1.xml" Id="Rf1a9a878fdeb48e5" /><Relationship Type="http://schemas.openxmlformats.org/officeDocument/2006/relationships/notesMaster" Target="/ppt/notesMasters/notesMaster1.xml" Id="R30775afecf584966" /><Relationship Type="http://schemas.openxmlformats.org/officeDocument/2006/relationships/presProps" Target="/ppt/presProps.xml" Id="Re3d719124d454630" /><Relationship Type="http://schemas.openxmlformats.org/officeDocument/2006/relationships/tableStyles" Target="/ppt/tableStyles.xml" Id="R76a55e10891c498f" /><Relationship Type="http://schemas.openxmlformats.org/officeDocument/2006/relationships/slide" Target="/ppt/slides/slide1.xml" Id="R9e589ea6218049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c2f54e14a740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1072fd69174ca5" /><Relationship Type="http://schemas.openxmlformats.org/officeDocument/2006/relationships/notesMaster" Target="/ppt/notesMasters/notesMaster1.xml" Id="R86dd52ca6c8747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figures/scit_speech_figure_blueprint.svg. The SVG is embedded at full-slide size to preserve the original vector layout, labels, and arrows.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5355bd88664e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732cfd0fc24f64" /><Relationship Type="http://schemas.openxmlformats.org/officeDocument/2006/relationships/slideLayout" Target="/ppt/slideLayouts/slideLayout1.xml" Id="R565f9a16b4b34a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5f9a16b4b34a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f48a3c62b4739" /><Relationship Type="http://schemas.openxmlformats.org/officeDocument/2006/relationships/image" Target="/ppt/media/image.png" Id="R9695b3e7f6ea4c3a" /><Relationship Type="http://schemas.openxmlformats.org/officeDocument/2006/relationships/image" Target="/ppt/media/image.svg" Id="Re452dab5c6334e1f" /><Relationship Type="http://schemas.openxmlformats.org/officeDocument/2006/relationships/notesSlide" Target="/ppt/notesSlides/notesSlide1.xml" Id="R7aeda4e8748b4a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5b3e7f6ea4c3a">
            <a:extLst>
              <a:ext uri="{96DAC541-7B7A-43D3-8B79-37D633B846F1}">
                <asvg:svgBlip xmlns:asvg="http://schemas.microsoft.com/office/drawing/2016/SVG/main" r:embed="Re452dab5c6334e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22860000" cy="1333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12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2026-09-08T08:00:42.0750000Z</dcterms:created>
  <dcterms:modified xsi:type="dcterms:W3CDTF">2026-09-08T08:00:42.0750000Z</dcterms:modified>
</coreProperties>
</file>