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09487dfc7843a7" /><Relationship Type="http://schemas.openxmlformats.org/officeDocument/2006/relationships/extended-properties" Target="/docProps/app.xml" Id="Ra3d4a771a90147b1" /><Relationship Type="http://schemas.openxmlformats.org/officeDocument/2006/relationships/officeDocument" Target="/ppt/presentation.xml" Id="R92f35c2c174143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05be0b4a70424d"/>
  </p:sldMasterIdLst>
  <p:notesMasterIdLst>
    <p:notesMasterId xmlns:r="http://schemas.openxmlformats.org/officeDocument/2006/relationships" r:id="R32c722f254694707"/>
  </p:notesMasterIdLst>
  <p:sldIdLst>
    <p:sldId xmlns:r="http://schemas.openxmlformats.org/officeDocument/2006/relationships" id="256" r:id="R23b7bf56be6c4aa7"/>
  </p:sldIdLst>
  <p:sldSz cx="22860000" cy="1333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987e3bf57b4fb6" /><Relationship Type="http://schemas.openxmlformats.org/officeDocument/2006/relationships/slideMaster" Target="/ppt/slideMasters/slideMaster1.xml" Id="Rbb05be0b4a70424d" /><Relationship Type="http://schemas.openxmlformats.org/officeDocument/2006/relationships/notesMaster" Target="/ppt/notesMasters/notesMaster1.xml" Id="R32c722f254694707" /><Relationship Type="http://schemas.openxmlformats.org/officeDocument/2006/relationships/presProps" Target="/ppt/presProps.xml" Id="Rbc9bc5afac6b4757" /><Relationship Type="http://schemas.openxmlformats.org/officeDocument/2006/relationships/tableStyles" Target="/ppt/tableStyles.xml" Id="Rbab39d8ea99746af" /><Relationship Type="http://schemas.openxmlformats.org/officeDocument/2006/relationships/slide" Target="/ppt/slides/slide1.xml" Id="R23b7bf56be6c4a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1702d27ba241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becb46467f4b23" /><Relationship Type="http://schemas.openxmlformats.org/officeDocument/2006/relationships/notesMaster" Target="/ppt/notesMasters/notesMaster1.xml" Id="Raad27ccf098149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figures/scit_speech_figure_blueprint.svg. The SVG is embedded at full-slide size to preserve the original vector layout, labels, and arrows.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29039c01324e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bbf16be5b546ee" /><Relationship Type="http://schemas.openxmlformats.org/officeDocument/2006/relationships/slideLayout" Target="/ppt/slideLayouts/slideLayout1.xml" Id="R640498cc8c7f43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0498cc8c7f43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aca5af6414fdb" /><Relationship Type="http://schemas.openxmlformats.org/officeDocument/2006/relationships/image" Target="/ppt/media/image.png" Id="R37f6d74a5c3a4035" /><Relationship Type="http://schemas.openxmlformats.org/officeDocument/2006/relationships/image" Target="/ppt/media/image.svg" Id="R84eb17bbcf834d34" /><Relationship Type="http://schemas.openxmlformats.org/officeDocument/2006/relationships/notesSlide" Target="/ppt/notesSlides/notesSlide1.xml" Id="R01c67dd6989547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6d74a5c3a4035">
            <a:extLst>
              <a:ext uri="{96DAC541-7B7A-43D3-8B79-37D633B846F1}">
                <asvg:svgBlip xmlns:asvg="http://schemas.microsoft.com/office/drawing/2016/SVG/main" r:embed="R84eb17bbcf834d3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22860000" cy="1333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8450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2026-09-08T08:06:19.6260000Z</dcterms:created>
  <dcterms:modified xsi:type="dcterms:W3CDTF">2026-09-08T08:06:19.6260000Z</dcterms:modified>
</coreProperties>
</file>